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6" r:id="rId12"/>
    <p:sldId id="269" r:id="rId13"/>
    <p:sldId id="267" r:id="rId14"/>
    <p:sldId id="268" r:id="rId15"/>
    <p:sldId id="270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  <p:embeddedFont>
      <p:font typeface="Gotham Bold Italics" panose="020B0604020202020204" charset="0"/>
      <p:regular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CA5B8-97EE-49B6-A9B4-671D6FF8F2CC}" v="6" dt="2026-05-06T07:50:26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09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 Mansoor" userId="ae84e7ba31bd68ca" providerId="LiveId" clId="{47C3562C-7365-457F-8BA3-C6A767D26620}"/>
    <pc:docChg chg="undo custSel addSld delSld modSld sldOrd">
      <pc:chgData name="Sk Mansoor" userId="ae84e7ba31bd68ca" providerId="LiveId" clId="{47C3562C-7365-457F-8BA3-C6A767D26620}" dt="2026-05-06T07:50:37.090" v="17" actId="47"/>
      <pc:docMkLst>
        <pc:docMk/>
      </pc:docMkLst>
      <pc:sldChg chg="add del ord">
        <pc:chgData name="Sk Mansoor" userId="ae84e7ba31bd68ca" providerId="LiveId" clId="{47C3562C-7365-457F-8BA3-C6A767D26620}" dt="2026-05-06T07:50:37.090" v="17" actId="47"/>
        <pc:sldMkLst>
          <pc:docMk/>
          <pc:sldMk cId="0" sldId="256"/>
        </pc:sldMkLst>
      </pc:sldChg>
      <pc:sldChg chg="modSp add mod">
        <pc:chgData name="Sk Mansoor" userId="ae84e7ba31bd68ca" providerId="LiveId" clId="{47C3562C-7365-457F-8BA3-C6A767D26620}" dt="2026-05-06T07:50:26.584" v="16"/>
        <pc:sldMkLst>
          <pc:docMk/>
          <pc:sldMk cId="0" sldId="272"/>
        </pc:sldMkLst>
        <pc:spChg chg="mod">
          <ac:chgData name="Sk Mansoor" userId="ae84e7ba31bd68ca" providerId="LiveId" clId="{47C3562C-7365-457F-8BA3-C6A767D26620}" dt="2026-05-06T07:49:49.226" v="12"/>
          <ac:spMkLst>
            <pc:docMk/>
            <pc:sldMk cId="0" sldId="272"/>
            <ac:spMk id="13" creationId="{7FFE0DA2-4723-7C13-5FD7-FC99B0394DDD}"/>
          </ac:spMkLst>
        </pc:spChg>
        <pc:spChg chg="mod">
          <ac:chgData name="Sk Mansoor" userId="ae84e7ba31bd68ca" providerId="LiveId" clId="{47C3562C-7365-457F-8BA3-C6A767D26620}" dt="2026-05-06T07:50:11.503" v="15"/>
          <ac:spMkLst>
            <pc:docMk/>
            <pc:sldMk cId="0" sldId="272"/>
            <ac:spMk id="14" creationId="{EA8EEF4A-EB43-B7D9-87FC-7C7D752BCA78}"/>
          </ac:spMkLst>
        </pc:spChg>
        <pc:spChg chg="mod">
          <ac:chgData name="Sk Mansoor" userId="ae84e7ba31bd68ca" providerId="LiveId" clId="{47C3562C-7365-457F-8BA3-C6A767D26620}" dt="2026-05-06T07:50:26.584" v="16"/>
          <ac:spMkLst>
            <pc:docMk/>
            <pc:sldMk cId="0" sldId="272"/>
            <ac:spMk id="15" creationId="{6FF32D1A-2F9C-AC53-CCBD-ABF748DF236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97C12-7F8D-45E3-8BFF-040DDD5727BD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478C4-7F16-4AB2-A592-437EF0E5D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63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478C4-7F16-4AB2-A592-437EF0E5DB5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955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JOB PORTAL MANAGEMENT SYSTEM</a:t>
            </a:r>
            <a:r>
              <a:rPr lang="en-US" sz="3200" dirty="0"/>
              <a:t> 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Sk.Mansoor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VTU26005 – Reg.No.23UECS1202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Hemamalini .S/ 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1" y="52969"/>
              <a:ext cx="660399" cy="735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0" y="343631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EB715E-216D-5C67-9419-A0F6773DB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973" y="1544001"/>
            <a:ext cx="14428387" cy="8129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job applications manually can lead to confusion, missed opportunities, and poor coordination between students and employers.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In today’s digital world, connecting job seekers and employers efficiently is very important.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aims to provide a simple and efficient Job Portal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improves communication between students and employers through notifications and updates.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a smooth and organized recruitment process.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The application is built using Spring Boot, Thymeleaf, and MySQL.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demonstrates real-world web application development, CRUD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5619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64B5F-E4AD-F0B4-221D-2BD7D3BE8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177" y="1220059"/>
            <a:ext cx="15944466" cy="8129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Manual handling of job applications often leads to confusion and miscommunication between students and employers.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may miss important job opportunities due to the absence of a centralized platform.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Application processes are not well organized and can result in data loss or missed tracking.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Job details are not easily accessible to all students in a structured way.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multiple job postings and applications manually becomes time-consuming for employers.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Lack of proper communication regarding application status (shortlisted/rejected) affects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No efficient system to update or delete job postings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Difficulty in tracking applied jobs and monitoring recruitment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A95B6B-29D1-B0DD-28A2-15D4311E5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796" y="1741462"/>
            <a:ext cx="15011400" cy="739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Job Portal Management System for efficient recruitment and job application handling.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students to view all available job opportunities in a centralized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enable students to apply for jobs easily through an online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a system for tracking application status (Applied, Shortlisted, Rejected).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employers to post, update, and delete job listings.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manage all user, job, and application data in a structured database.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communication between students and employers through notifications.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reduce manual work and streamline the hiring process.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build a real-time, user-friendly web application using modern technologies.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-647700" y="611464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E48E98-6A21-E490-5EAA-BD42A47D8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824" y="1980513"/>
            <a:ext cx="15697200" cy="739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The proposed system is a web-based Job Portal Management System developed using Spring Boot, Thymeleaf, and MySQL.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all available job opportunities and access job details in a centralized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can easily apply for jobs and track their application status through an online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create, update, and delete job postings dynamically using the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All user, job, and application data are securely stored in a MySQL database.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 user-friendly interface for both students and employers.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manual work involved in managing job applications and recruitment processes.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It improves efficiency, transparency, and communication between students and employers.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60440C-B8EB-C466-96CA-C4687C85A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210737"/>
            <a:ext cx="10591800" cy="6075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61320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F08D96-8DE4-5340-10D9-0B5597D8E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015465"/>
            <a:ext cx="11125200" cy="68518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682647" y="1028700"/>
            <a:ext cx="14256019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HTML5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CSS3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err="1">
                <a:cs typeface="Times New Roman" panose="02020603050405020304" pitchFamily="18" charset="0"/>
              </a:rPr>
              <a:t>Thymeleaf</a:t>
            </a:r>
            <a:endParaRPr lang="en-IN" sz="2400" dirty="0"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Boot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MVC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Security</a:t>
            </a:r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MySQL Workbench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IN" sz="2800" b="1" dirty="0"/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Tomcat Server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VS Code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Workbench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Web Browser (Chrome)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Postman (API Testing)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System: </a:t>
            </a:r>
            <a:r>
              <a:rPr lang="en-IN" sz="2400" dirty="0">
                <a:cs typeface="Times New Roman" panose="02020603050405020304" pitchFamily="18" charset="0"/>
              </a:rPr>
              <a:t>Windows 10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RAM:</a:t>
            </a:r>
            <a:r>
              <a:rPr lang="en-IN" sz="2400" dirty="0">
                <a:cs typeface="Times New Roman" panose="02020603050405020304" pitchFamily="18" charset="0"/>
              </a:rPr>
              <a:t> Minimum 4GB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Java JDK(17 or above)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Apache Tomcat Server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381000" y="53474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BA685-8E6C-CBBE-E29C-DD4001FCF0F9}"/>
              </a:ext>
            </a:extLst>
          </p:cNvPr>
          <p:cNvSpPr txBox="1"/>
          <p:nvPr/>
        </p:nvSpPr>
        <p:spPr>
          <a:xfrm>
            <a:off x="2065710" y="1897797"/>
            <a:ext cx="14719458" cy="6651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login and registration for Students and Employers using secure authentication.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Restricts unauthorized access based on user roles (Student / Employer).</a:t>
            </a:r>
          </a:p>
          <a:p>
            <a:pPr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Job Management (Employer Side)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employers to post new jobs with title, description, skills, salary, and location.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options to update and delete job postings using CRUD operations.</a:t>
            </a:r>
          </a:p>
          <a:p>
            <a:pPr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Student Interaction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browse available jobs in the system.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detailed job information using web pages and APIs.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C6089-C7FB-1630-76F3-436933AC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F9051B8-2F0C-2B28-E712-024326CDC80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CC25BFD-9F33-B354-2C6B-46141F662D0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2F353B4-9051-7E1C-D730-E278A624DBF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CA6D8F3-E5AD-ACC9-3E2F-8093D0EC1436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7243167-3631-1238-ECB5-56D40090A9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BD27425-6034-4F24-AC3F-B9D8D86B605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C926296-A31F-64DE-EF75-3A8FC46BF2A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DBADBDF-5496-BCA1-217E-123775794CF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FC4AF00-F539-8BE1-2FF7-CB5DC8FE1F3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00FA4B4-ED28-1F11-7147-57714867225C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4808F9B-EA5E-4F92-F904-EE3CD2D287F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374C585-0B13-E947-AA57-5C0A8BC064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3296DC5-7C41-6B97-2B7A-2F086879132B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A454F16-1685-58E0-A2EE-CDB1BBC7EC7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632FDD4-6ADB-4792-A912-4EA39118DC7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56844C1-5330-4D9A-868A-F538F7A49194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ACF313A-7456-8E4D-FA34-1B8573E2167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FA2A94B-7488-E352-16D2-AC710C2629B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AA63740-F0B1-790A-55F0-F6AD5030041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58BF15E-45A2-3144-396D-CB3FCA9C9A7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34518EE-DE33-4BCB-1B7D-C533923950A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87E543B-E644-FDA2-909E-770EA0A0E3DC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E6F7A17-C226-403C-03FA-9D980C9384C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37904F13-2C80-78BF-F222-4BBF87CD1D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058B01BE-0DFD-953C-7BE9-1CF74B9457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A74DF47-1669-2243-9FAE-2B42147C3A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7E00A97F-E5A0-3054-40EC-2352A8029D4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C7F9F4D-4FFF-075A-52EC-A5D697771B2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FE7226-F3A2-2D1C-F375-6C3C0E3F1BC6}"/>
              </a:ext>
            </a:extLst>
          </p:cNvPr>
          <p:cNvSpPr txBox="1"/>
          <p:nvPr/>
        </p:nvSpPr>
        <p:spPr>
          <a:xfrm>
            <a:off x="381000" y="53474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80A00-DFBF-6410-D7D8-5AE4E9B4A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161050"/>
            <a:ext cx="16687800" cy="6651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Job Application Management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apply for jobs through an online form.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and track application status (Applied, Shortlisted, Rejected).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Search &amp; Filters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jobs based on location, skills, and experience.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filtered results dynamically for better user experience.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 Notification System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email notifications to students when application status changes.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Notifies employers when a new application is received.</a:t>
            </a:r>
          </a:p>
        </p:txBody>
      </p:sp>
    </p:spTree>
    <p:extLst>
      <p:ext uri="{BB962C8B-B14F-4D97-AF65-F5344CB8AC3E}">
        <p14:creationId xmlns:p14="http://schemas.microsoft.com/office/powerpoint/2010/main" val="815622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3063" y="102752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089284" y="2148529"/>
            <a:ext cx="1447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The User Login module authenticates registered users using their username and password.</a:t>
            </a:r>
            <a:br>
              <a:rPr lang="en-US" sz="2400" dirty="0"/>
            </a:br>
            <a:r>
              <a:rPr lang="en-US" sz="2400" dirty="0"/>
              <a:t>• The system verifies the credentials from the database and grants access to the dashboard upon successful login.</a:t>
            </a:r>
            <a:br>
              <a:rPr lang="en-US" sz="2400" dirty="0"/>
            </a:br>
            <a:r>
              <a:rPr lang="en-US" sz="2400" dirty="0"/>
              <a:t>• If the credentials are incorrect, an error message is displayed to ensure secure access control.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CEDB0E-FBF2-01FE-15F8-0C6E12B45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187" y="3638864"/>
            <a:ext cx="12290228" cy="585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0" y="75375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017346" y="1982349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Job seekers can create and update their profile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Resume upload functionality is implemented using file handling.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Users can search and filter jobs based on location, skills, and experience.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43446-C25C-6AC4-4FC6-B5F797255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587644"/>
            <a:ext cx="10286999" cy="54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90500" y="77511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151100" y="1895779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Job application feature allows users to apply and track application status.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Employers can post new job listings with required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Employers can edit or delete job postings as needed.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D9B260-F527-CF21-C91C-2110BF96A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871810"/>
            <a:ext cx="14173200" cy="557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90500" y="942117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95277" y="2423569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displays applicants for each job and allows shortlisting or rejection.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Role-based access control is implemented using Spring Security.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Exception handling and validation ensure system reliability and error management.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A54AAE-BAFA-4842-4574-5209DC8AC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4128473"/>
            <a:ext cx="11430001" cy="469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533400" y="40044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AE750-0158-3BE0-4D71-DAD049D4355F}"/>
              </a:ext>
            </a:extLst>
          </p:cNvPr>
          <p:cNvSpPr txBox="1"/>
          <p:nvPr/>
        </p:nvSpPr>
        <p:spPr>
          <a:xfrm>
            <a:off x="1854961" y="1146935"/>
            <a:ext cx="14049828" cy="886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user-friendly interface.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CRUD operations for job and application management.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access for Students and Employers.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for jobs and applications.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with filters (location, skills, experience).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UI without advanced design.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features (no advanced analytics).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local server setup.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mobile application support.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scalability for large users.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1225</Words>
  <Application>Microsoft Office PowerPoint</Application>
  <PresentationFormat>Custom</PresentationFormat>
  <Paragraphs>231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Gotham Bold Italics</vt:lpstr>
      <vt:lpstr>Gotham</vt:lpstr>
      <vt:lpstr>Cambria</vt:lpstr>
      <vt:lpstr>Arial</vt:lpstr>
      <vt:lpstr>Times New Roman</vt:lpstr>
      <vt:lpstr>Bookman Old Style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tejas</dc:creator>
  <cp:lastModifiedBy>Sk Mansoor</cp:lastModifiedBy>
  <cp:revision>35</cp:revision>
  <dcterms:created xsi:type="dcterms:W3CDTF">2006-08-16T00:00:00Z</dcterms:created>
  <dcterms:modified xsi:type="dcterms:W3CDTF">2026-05-06T07:50:47Z</dcterms:modified>
  <dc:identifier>DAHCaYqJ9OU</dc:identifier>
</cp:coreProperties>
</file>