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6" r:id="rId12"/>
    <p:sldId id="269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60C24C-A10A-6D41-3573-5BB6565C5364}" name="maturisathwika1234@gmail.com" initials="m" userId="4fd0943c0aaec7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E49C5-B7B3-43F6-8D07-86D9DD4D90D3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8E9ED-2172-42E0-906D-7F9A9C8051C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8E9ED-2172-42E0-906D-7F9A9C8051C8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8E9ED-2172-42E0-906D-7F9A9C8051C8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-04-2026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1640" y="5877812"/>
            <a:ext cx="15784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dirty="0"/>
              <a:t>Job Portal Management System</a:t>
            </a:r>
            <a:endParaRPr lang="en-IN" sz="44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9529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Sk. Mansoor– VTU26005 – 23UECS1202.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Hemamalini .S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alt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000" dirty="0"/>
              <a:t>Decent Work and Economic Growth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23948" y="1588579"/>
            <a:ext cx="15006125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Web-based application built using React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Connects job seekers and employers in one platform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Employers can post and manage job openings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Job seekers can search and apply for jobs easily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Provides simple and user-friendly interface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Reduces time and effort in hiring process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Improves access to employment opportunities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raditional</a:t>
            </a:r>
            <a:r>
              <a:rPr lang="en-US" sz="2800" dirty="0"/>
              <a:t> job search process is time-consuming and inefficient</a:t>
            </a:r>
          </a:p>
          <a:p>
            <a:endParaRPr lang="en-US" sz="2800" dirty="0"/>
          </a:p>
          <a:p>
            <a:r>
              <a:rPr lang="en-US" sz="2800" dirty="0"/>
              <a:t>Lack of a centralized platform for job seekers and employers</a:t>
            </a:r>
          </a:p>
          <a:p>
            <a:endParaRPr lang="en-US" sz="2800" dirty="0"/>
          </a:p>
          <a:p>
            <a:r>
              <a:rPr lang="en-US" sz="2800" dirty="0"/>
              <a:t>Difficulty in finding relevant job opportunities</a:t>
            </a:r>
          </a:p>
          <a:p>
            <a:endParaRPr lang="en-US" sz="2800" dirty="0"/>
          </a:p>
          <a:p>
            <a:r>
              <a:rPr lang="en-US" sz="2800" dirty="0"/>
              <a:t>Employers face challenges in reaching suitable candidates</a:t>
            </a:r>
          </a:p>
          <a:p>
            <a:endParaRPr lang="en-US" sz="2800" dirty="0"/>
          </a:p>
          <a:p>
            <a:r>
              <a:rPr lang="en-US" sz="2800" dirty="0"/>
              <a:t>Manual hiring processes lead to delays and errors</a:t>
            </a:r>
          </a:p>
          <a:p>
            <a:endParaRPr lang="en-US" sz="2800" dirty="0"/>
          </a:p>
          <a:p>
            <a:r>
              <a:rPr lang="en-US" sz="2800" dirty="0"/>
              <a:t>Limited access to job information in rural or remote areas</a:t>
            </a:r>
          </a:p>
          <a:p>
            <a:endParaRPr lang="en-US" sz="2800" dirty="0"/>
          </a:p>
          <a:p>
            <a:r>
              <a:rPr lang="en-US" sz="2800" dirty="0"/>
              <a:t>Lack of transparency in application and selection process</a:t>
            </a:r>
          </a:p>
          <a:p>
            <a:endParaRPr lang="en-US" sz="2800" dirty="0"/>
          </a:p>
          <a:p>
            <a:r>
              <a:rPr lang="en-US" sz="2800" dirty="0"/>
              <a:t>Need for a simple, digital solution to streamline recruitment and job searching</a:t>
            </a: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 rot="10800000" flipV="1">
            <a:off x="2606540" y="4136785"/>
            <a:ext cx="1417982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06540" y="2095500"/>
            <a:ext cx="14462260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Develop a user-friendly web application for job seekers and employers</a:t>
            </a:r>
          </a:p>
          <a:p>
            <a:endParaRPr lang="en-IN" sz="3200" dirty="0"/>
          </a:p>
          <a:p>
            <a:r>
              <a:rPr lang="en-IN" sz="3200" dirty="0"/>
              <a:t>Provide a centralized platform for job posting and job searching</a:t>
            </a:r>
          </a:p>
          <a:p>
            <a:endParaRPr lang="en-IN" sz="3200" dirty="0"/>
          </a:p>
          <a:p>
            <a:r>
              <a:rPr lang="en-IN" sz="3200" dirty="0"/>
              <a:t>Enable employers to post, update, and manage job listings efficiently</a:t>
            </a:r>
          </a:p>
          <a:p>
            <a:endParaRPr lang="en-IN" sz="3200" dirty="0"/>
          </a:p>
          <a:p>
            <a:r>
              <a:rPr lang="en-IN" sz="3200" dirty="0"/>
              <a:t>Allow job seekers to search, view, and apply for jobs</a:t>
            </a:r>
          </a:p>
          <a:p>
            <a:endParaRPr lang="en-IN" sz="3200" dirty="0"/>
          </a:p>
          <a:p>
            <a:r>
              <a:rPr lang="en-IN" sz="3200" dirty="0"/>
              <a:t>Simplify and automate the recruitment process</a:t>
            </a:r>
          </a:p>
          <a:p>
            <a:endParaRPr lang="en-IN" sz="3200" dirty="0"/>
          </a:p>
          <a:p>
            <a:r>
              <a:rPr lang="en-IN" sz="3200" dirty="0"/>
              <a:t>Improve accessibility to employment opportunities</a:t>
            </a:r>
          </a:p>
          <a:p>
            <a:endParaRPr lang="en-IN" sz="3200" dirty="0"/>
          </a:p>
          <a:p>
            <a:r>
              <a:rPr lang="en-IN" sz="3200" dirty="0"/>
              <a:t>Ensure faster communication between employers and </a:t>
            </a:r>
            <a:r>
              <a:rPr lang="en-IN" sz="3200" dirty="0" err="1"/>
              <a:t>candidatesSupport</a:t>
            </a:r>
            <a:r>
              <a:rPr lang="en-IN" sz="3200" dirty="0"/>
              <a:t> equal job opportunities and reduce hiring barriers</a:t>
            </a:r>
          </a:p>
          <a:p>
            <a:endParaRPr lang="en-IN" sz="3200" dirty="0"/>
          </a:p>
          <a:p>
            <a:r>
              <a:rPr lang="en-IN" sz="3200" dirty="0"/>
              <a:t>Enhance overall efficiency of the job hiring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28436" y="1784652"/>
            <a:ext cx="15544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200" dirty="0"/>
              <a:t>Develop a web-based application using React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Provide a centralized platform for job seekers and employers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Enable user registration and login for secure access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Allow employers to post, edit, and delete job listings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Allow job seekers to search and apply for jobs online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Display job details with role, company, location, and requirements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Implement simple and intuitive user interface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Store and manage data using local storage or backend database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Provide real-time updates on job postings and applications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Ensure faster and more efficient recruitment process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Improve transparency and accessibility in job hiring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Support scalable design for future enhancements</a:t>
            </a:r>
            <a:endParaRPr lang="en-IN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Student login &amp; signup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Course selection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Payments &amp; Enrollments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Secure login (JWT)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Manage course delivery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Handle rules and APIs (Express)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Manage users and roles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Store user info (profiles, login)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Store course info (materials)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Track progress and scores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 MongoDB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Access courses (videos, notes)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Get certificates for completing courses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647" y="1756079"/>
            <a:ext cx="14630400" cy="78070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9400" y="6939808"/>
            <a:ext cx="12115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data moves between users, backend, and database.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processes like login, course selection, enrollment, and payments.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personalized dashboards with courses, progress, and recommendations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910977"/>
            <a:ext cx="14630400" cy="68618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063377"/>
            <a:ext cx="14630400" cy="68618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960" y="1764318"/>
            <a:ext cx="14630400" cy="68618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134" y="1611918"/>
            <a:ext cx="14630400" cy="68618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75740"/>
            <a:ext cx="10972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User registers and logs into the system</a:t>
            </a:r>
          </a:p>
          <a:p>
            <a:r>
              <a:rPr lang="en-US" sz="3200" dirty="0"/>
              <a:t>Job seeker browses available job listings</a:t>
            </a:r>
          </a:p>
          <a:p>
            <a:r>
              <a:rPr lang="en-US" sz="3200" dirty="0"/>
              <a:t>Job seeker selects a job and applies</a:t>
            </a:r>
          </a:p>
          <a:p>
            <a:r>
              <a:rPr lang="en-US" sz="3200" dirty="0"/>
              <a:t>Application is stored in the system</a:t>
            </a:r>
          </a:p>
          <a:p>
            <a:r>
              <a:rPr lang="en-US" sz="3200" dirty="0"/>
              <a:t>Employer logs in and posts job openings</a:t>
            </a:r>
          </a:p>
          <a:p>
            <a:r>
              <a:rPr lang="en-US" sz="3200" dirty="0"/>
              <a:t>Employer views applications received</a:t>
            </a:r>
          </a:p>
          <a:p>
            <a:r>
              <a:rPr lang="en-US" sz="3200" dirty="0"/>
              <a:t>Employer reviews and shortlists candidates</a:t>
            </a:r>
          </a:p>
          <a:p>
            <a:r>
              <a:rPr lang="en-US" sz="3200" dirty="0"/>
              <a:t>System updates application status</a:t>
            </a:r>
          </a:p>
          <a:p>
            <a:r>
              <a:rPr lang="en-US" sz="3200" dirty="0"/>
              <a:t>Job seeker tracks application status</a:t>
            </a:r>
          </a:p>
          <a:p>
            <a:r>
              <a:rPr lang="en-US" sz="3200" dirty="0"/>
              <a:t>Notifications are sent to both user and employe</a:t>
            </a:r>
            <a:endParaRPr lang="en-IN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1477107"/>
            <a:ext cx="9144000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Frontend:</a:t>
            </a:r>
          </a:p>
          <a:p>
            <a:r>
              <a:rPr lang="en-IN" sz="2800" dirty="0"/>
              <a:t>React.js</a:t>
            </a:r>
          </a:p>
          <a:p>
            <a:r>
              <a:rPr lang="en-IN" sz="2800" dirty="0"/>
              <a:t>HTML5</a:t>
            </a:r>
          </a:p>
          <a:p>
            <a:r>
              <a:rPr lang="en-IN" sz="2800" dirty="0"/>
              <a:t>CSS3</a:t>
            </a:r>
          </a:p>
          <a:p>
            <a:r>
              <a:rPr lang="en-IN" sz="2800" dirty="0" err="1"/>
              <a:t>JavaScriptReact</a:t>
            </a:r>
            <a:r>
              <a:rPr lang="en-IN" sz="2800" dirty="0"/>
              <a:t> </a:t>
            </a:r>
          </a:p>
          <a:p>
            <a:r>
              <a:rPr lang="en-IN" sz="2800" dirty="0"/>
              <a:t>Router</a:t>
            </a:r>
          </a:p>
          <a:p>
            <a:endParaRPr lang="en-IN" sz="2800" dirty="0"/>
          </a:p>
          <a:p>
            <a:r>
              <a:rPr lang="en-IN" sz="2800" b="1" dirty="0"/>
              <a:t>Backend:</a:t>
            </a:r>
          </a:p>
          <a:p>
            <a:r>
              <a:rPr lang="en-IN" sz="2800" dirty="0"/>
              <a:t>Node.js</a:t>
            </a:r>
          </a:p>
          <a:p>
            <a:r>
              <a:rPr lang="en-IN" sz="2800" dirty="0"/>
              <a:t>Database:</a:t>
            </a:r>
          </a:p>
          <a:p>
            <a:r>
              <a:rPr lang="en-IN" sz="2800" dirty="0"/>
              <a:t>Local Storage / MongoDB (optional)</a:t>
            </a:r>
          </a:p>
          <a:p>
            <a:endParaRPr lang="en-IN" sz="2800" dirty="0"/>
          </a:p>
          <a:p>
            <a:r>
              <a:rPr lang="en-IN" sz="2800" b="1" dirty="0"/>
              <a:t>Tools:</a:t>
            </a:r>
          </a:p>
          <a:p>
            <a:r>
              <a:rPr lang="en-IN" sz="2800" dirty="0"/>
              <a:t>Git</a:t>
            </a:r>
          </a:p>
          <a:p>
            <a:r>
              <a:rPr lang="en-IN" sz="2800" dirty="0"/>
              <a:t>GitHub</a:t>
            </a:r>
          </a:p>
          <a:p>
            <a:r>
              <a:rPr lang="en-IN" sz="2800" dirty="0"/>
              <a:t>VS Code</a:t>
            </a:r>
          </a:p>
          <a:p>
            <a:r>
              <a:rPr lang="en-IN" sz="2800" dirty="0" err="1"/>
              <a:t>npm</a:t>
            </a:r>
            <a:r>
              <a:rPr lang="en-IN" sz="2800" dirty="0"/>
              <a:t> (Node Package Manager</a:t>
            </a:r>
            <a:r>
              <a:rPr lang="en-IN"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95509" y="2832913"/>
            <a:ext cx="14212388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Module 1: User Management</a:t>
            </a:r>
            <a:br>
              <a:rPr lang="en-US" sz="2800" dirty="0"/>
            </a:br>
            <a:r>
              <a:rPr lang="en-US" sz="2800" dirty="0"/>
              <a:t>Handles user registration, login/signup, profile management, and secure authentication for both job seekers and employers.</a:t>
            </a:r>
          </a:p>
          <a:p>
            <a:pPr>
              <a:buNone/>
            </a:pPr>
            <a:r>
              <a:rPr lang="en-US" sz="2800" b="1" dirty="0"/>
              <a:t>Module 2: Job Seeker Management</a:t>
            </a:r>
            <a:br>
              <a:rPr lang="en-US" sz="2800" dirty="0"/>
            </a:br>
            <a:r>
              <a:rPr lang="en-US" sz="2800" dirty="0"/>
              <a:t>Allows users to browse jobs, search and filter listings, apply for jobs, and track application status.</a:t>
            </a:r>
          </a:p>
          <a:p>
            <a:pPr>
              <a:buNone/>
            </a:pPr>
            <a:r>
              <a:rPr lang="en-US" sz="2800" b="1" dirty="0"/>
              <a:t>Module 3: Employer Management</a:t>
            </a:r>
            <a:br>
              <a:rPr lang="en-US" sz="2800" dirty="0"/>
            </a:br>
            <a:r>
              <a:rPr lang="en-US" sz="2800" dirty="0"/>
              <a:t>Enables employers to post job openings, manage job listings, and review and shortlist candidates.</a:t>
            </a:r>
          </a:p>
          <a:p>
            <a:pPr>
              <a:buNone/>
            </a:pPr>
            <a:r>
              <a:rPr lang="en-US" sz="2800" b="1" dirty="0"/>
              <a:t>Module 4: Backend Processing</a:t>
            </a:r>
            <a:br>
              <a:rPr lang="en-US" sz="2800" dirty="0"/>
            </a:br>
            <a:r>
              <a:rPr lang="en-US" sz="2800" dirty="0"/>
              <a:t>Implements core logic, processes requests, validates data, and manages communication between frontend and database.</a:t>
            </a:r>
          </a:p>
          <a:p>
            <a:pPr>
              <a:buNone/>
            </a:pPr>
            <a:r>
              <a:rPr lang="en-US" sz="2800" b="1" dirty="0"/>
              <a:t>Module 5: Database Management</a:t>
            </a:r>
            <a:br>
              <a:rPr lang="en-US" sz="2800" dirty="0"/>
            </a:br>
            <a:r>
              <a:rPr lang="en-US" sz="2800" dirty="0"/>
              <a:t>Stores and manages user data, job details, and application records, ensuring data security and integrity.</a:t>
            </a:r>
          </a:p>
          <a:p>
            <a:pPr>
              <a:buNone/>
            </a:pPr>
            <a:r>
              <a:rPr lang="en-US" sz="2800" b="1" dirty="0"/>
              <a:t>Module 6: Notification &amp; Reporting</a:t>
            </a:r>
            <a:br>
              <a:rPr lang="en-US" sz="2800" dirty="0"/>
            </a:br>
            <a:r>
              <a:rPr lang="en-US" dirty="0"/>
              <a:t>Provides updates on job applications, alerts for new jobs, and basic reports on job postings and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192640" y="7448371"/>
            <a:ext cx="142113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Homepage: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/>
              <a:t>The Home Page displays all available job listings in a clear and user-friendly interface.</a:t>
            </a:r>
            <a:br>
              <a:rPr lang="en-US" sz="2400" dirty="0"/>
            </a:br>
            <a:r>
              <a:rPr lang="en-US" sz="2400" dirty="0"/>
              <a:t>It allows users to quickly browse, search, and access job details or apply directly.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640" y="1196963"/>
            <a:ext cx="14260925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1" y="1638300"/>
            <a:ext cx="1410362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sz="2800" dirty="0" err="1"/>
              <a:t>si</a:t>
            </a:r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758778" y="7528273"/>
            <a:ext cx="142113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&amp;SIGN Page:</a:t>
            </a:r>
          </a:p>
          <a:p>
            <a:r>
              <a:rPr lang="en-US" sz="2400" dirty="0"/>
              <a:t>The Sign In/Login page allows users to securely access their accounts using registered credentials.</a:t>
            </a:r>
            <a:br>
              <a:rPr lang="en-US" sz="2400" dirty="0"/>
            </a:br>
            <a:r>
              <a:rPr lang="en-US" sz="2400" dirty="0"/>
              <a:t>It verifies user details and redirects them to their respective dashboard after successful login.</a:t>
            </a:r>
          </a:p>
          <a:p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734" y="1686505"/>
            <a:ext cx="5754288" cy="5496633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749" y="1503605"/>
            <a:ext cx="7811870" cy="60547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928643" y="7646357"/>
            <a:ext cx="142113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Module:</a:t>
            </a:r>
          </a:p>
          <a:p>
            <a:r>
              <a:rPr lang="en-US" sz="2800" dirty="0"/>
              <a:t>The Main Module acts as the central part of the system that connects all other modules and manages overall functionality.</a:t>
            </a:r>
            <a:br>
              <a:rPr lang="en-US" sz="2800" dirty="0"/>
            </a:br>
            <a:r>
              <a:rPr lang="en-US" sz="2800" dirty="0"/>
              <a:t>It controls user interactions, coordinates between frontend and backend, and ensures smooth flow of job posting, searching, and application processes.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456" y="1394994"/>
            <a:ext cx="14463313" cy="59905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327909" y="7793962"/>
            <a:ext cx="142113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800" dirty="0"/>
              <a:t>Displays job listings, allows applications, and enables employers to manage applicants efficiently.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811" y="1244487"/>
            <a:ext cx="14032918" cy="61604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10489" y="2097956"/>
            <a:ext cx="140512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/>
              <a:t>Advantages:</a:t>
            </a:r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Easy access to job opportunities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Saves time and effort in hiring process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User-friendly and centralized platform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Faster communication between users and employers </a:t>
            </a:r>
          </a:p>
          <a:p>
            <a:pPr>
              <a:buNone/>
            </a:pPr>
            <a:r>
              <a:rPr lang="en-US" sz="2800" b="1"/>
              <a:t>Disadvantages:</a:t>
            </a:r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Requires internet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Data privacy and security concerns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Limited features without backend integration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Dependence on system maintenance and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1102</Words>
  <Application>Microsoft Office PowerPoint</Application>
  <PresentationFormat>Custom</PresentationFormat>
  <Paragraphs>352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Bookman Old Style</vt:lpstr>
      <vt:lpstr>Times New Roman</vt:lpstr>
      <vt:lpstr>Wingdings</vt:lpstr>
      <vt:lpstr>Calibri</vt:lpstr>
      <vt:lpstr>Cambria</vt:lpstr>
      <vt:lpstr>Arial</vt:lpstr>
      <vt:lpstr>Gotham Bold Italics</vt:lpstr>
      <vt:lpstr>Aptos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palleti balaji</dc:creator>
  <cp:lastModifiedBy>Venkata naga sai singamsetty</cp:lastModifiedBy>
  <cp:revision>15</cp:revision>
  <dcterms:created xsi:type="dcterms:W3CDTF">2006-08-16T00:00:00Z</dcterms:created>
  <dcterms:modified xsi:type="dcterms:W3CDTF">2026-04-22T04:58:40Z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5B3E8E6B6C90413CBBF222DBA9F075C1_13</vt:lpwstr>
  </property>
  <property fmtid="{D5CDD505-2E9C-101B-9397-08002B2CF9AE}" pid="3" name="KSOProductBuildVer">
    <vt:lpwstr>1033-12.1.0.25242</vt:lpwstr>
  </property>
</Properties>
</file>